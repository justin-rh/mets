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B12F1E-D5CD-1AAA-4244-BC792844542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581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PROBLEM  · 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We rent a ticketing system we fight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ServiceNow costs ~$300k/year — and every workflow change </a:t>
            </a:r>
            <a:r>
              <a:rPr lang="en-US" sz="1900" b="0" dirty="0">
                <a:solidFill>
                  <a:srgbClr val="222838"/>
                </a:solidFill>
              </a:rPr>
              <a:t>requires a lot of human effort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Agents spend their time ROUTING tickets, not fixing them: manual categorization, priority guessing, the Service Desk relay</a:t>
            </a:r>
            <a:r>
              <a:rPr lang="en-US" sz="1900" b="0" dirty="0">
                <a:solidFill>
                  <a:srgbClr val="222838"/>
                </a:solidFill>
              </a:rPr>
              <a:t> to other departments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Requesters get a form with 12 dropdowns and a black hole afterward</a:t>
            </a:r>
          </a:p>
          <a:p>
            <a:pPr>
              <a:spcAft>
                <a:spcPts val="1400"/>
              </a:spcAft>
            </a:pPr>
            <a:r>
              <a:rPr sz="1900" b="1" dirty="0">
                <a:solidFill>
                  <a:srgbClr val="16213A"/>
                </a:solidFill>
              </a:rPr>
              <a:t>★  Over 3 years: ~$950k for software that still makes a human read every ticket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APPROACH  · 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Describe the problem. The system does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3149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METS </a:t>
            </a:r>
            <a:r>
              <a:rPr lang="en-US" sz="1900" b="0" dirty="0">
                <a:solidFill>
                  <a:srgbClr val="222838"/>
                </a:solidFill>
              </a:rPr>
              <a:t>(Master Electronics Ticketing System)</a:t>
            </a:r>
            <a:r>
              <a:rPr sz="1900" b="0" dirty="0">
                <a:solidFill>
                  <a:srgbClr val="222838"/>
                </a:solidFill>
              </a:rPr>
              <a:t>— built in one week, solo, with Claude Code. AI-native, not AI-bolted-on</a:t>
            </a:r>
            <a:r>
              <a:rPr lang="en-US" sz="1900" b="0" dirty="0">
                <a:solidFill>
                  <a:srgbClr val="222838"/>
                </a:solidFill>
              </a:rPr>
              <a:t>.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1" dirty="0">
                <a:solidFill>
                  <a:srgbClr val="16213A"/>
                </a:solidFill>
              </a:rPr>
              <a:t>★  One rule: AI does the toil, humans keep authority — every AI decision is confidence-gated, logged, one click to revert</a:t>
            </a: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Corrections become routing patterns: dragging a ticket to the right queue IS training</a:t>
            </a: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Seven AI workflows on one pipeline: triage (reads screenshots, writes subjects), deflection, outage detection, KB drafting, guided intake, NL search, draft replies</a:t>
            </a: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And the whole helpdesk toolkit: SLAs, approvals, escalations, RBAC, public API, ServiceNow import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DEMO HIGHLIGHTS  · 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Five moments from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Paste a screenshot, no category, no subject → routed at 97% confidence; the error code was read from the image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Four “Zoom is down” reports → one incident, company-wide banner, one status change closes them all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16213A"/>
                </a:solidFill>
              </a:rPr>
              <a:t>★  “VPN keeps dropping” → SOTO Bot sends the fix; requester replies “solved”; ticket closes with zero agent involvement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Databricks access → SOTO asks only what the ticket didn't answer, then routes straight to the Data Team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ServiceNow CSV import — history migrates, original INC numbers stay searchable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BUSINESS IMPACT  ·  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numbers are measured, not projected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16213A"/>
                </a:solidFill>
              </a:rPr>
              <a:t>★  ~$210k+/year saved vs the ServiceNow renewal (3-yr TCO: ~$90–320k vs ~$950k)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AI routing: 87% accuracy · 76% fully automatic — from the audited decision log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AI cost: ~2¢ to triage a ticket; ~$6/month at demo volume — scales linearly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Self-service deflection + bot first-responses = agent hours back on real work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No consultant tax: keywords, SLAs, approvals, VIPs, queues — all live admin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WHAT'S NEXT  · 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A 30-day pilot, then a CSV upload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 dirty="0">
                <a:solidFill>
                  <a:srgbClr val="16213A"/>
                </a:solidFill>
              </a:rPr>
              <a:t>★  Pilot METS alongside ServiceNow for one queue, 30 days — judged on deflection rate and time-to-resolution</a:t>
            </a: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Two activations, not builds: Entra SSO and mailbox email are written and dormant — one app registration each</a:t>
            </a: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Migration day is a CSV upload: history, numbers, and requesters come along</a:t>
            </a: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Honest debt, documented: durable jobs, embedding scale, retention (PROPOSAL.md)</a:t>
            </a: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The learning loop compounds — every correction and KB article makes next month better than this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563</Words>
  <Application>Microsoft Office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Justin Rhoda</cp:lastModifiedBy>
  <cp:revision>2</cp:revision>
  <dcterms:created xsi:type="dcterms:W3CDTF">2013-01-27T09:14:16Z</dcterms:created>
  <dcterms:modified xsi:type="dcterms:W3CDTF">2026-07-16T01:26:22Z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bf03475-3b06-406e-a2a9-988bf08f8d11_Enabled">
    <vt:lpwstr>true</vt:lpwstr>
  </property>
  <property fmtid="{D5CDD505-2E9C-101B-9397-08002B2CF9AE}" pid="3" name="MSIP_Label_1bf03475-3b06-406e-a2a9-988bf08f8d11_SetDate">
    <vt:lpwstr>2026-07-16T01:24:57Z</vt:lpwstr>
  </property>
  <property fmtid="{D5CDD505-2E9C-101B-9397-08002B2CF9AE}" pid="4" name="MSIP_Label_1bf03475-3b06-406e-a2a9-988bf08f8d11_Method">
    <vt:lpwstr>Standard</vt:lpwstr>
  </property>
  <property fmtid="{D5CDD505-2E9C-101B-9397-08002B2CF9AE}" pid="5" name="MSIP_Label_1bf03475-3b06-406e-a2a9-988bf08f8d11_Name">
    <vt:lpwstr>Internal</vt:lpwstr>
  </property>
  <property fmtid="{D5CDD505-2E9C-101B-9397-08002B2CF9AE}" pid="6" name="MSIP_Label_1bf03475-3b06-406e-a2a9-988bf08f8d11_SiteId">
    <vt:lpwstr>56f019d2-c7ea-4950-b0b2-f9cb651614bc</vt:lpwstr>
  </property>
  <property fmtid="{D5CDD505-2E9C-101B-9397-08002B2CF9AE}" pid="7" name="MSIP_Label_1bf03475-3b06-406e-a2a9-988bf08f8d11_ActionId">
    <vt:lpwstr>fa001749-94f8-4e5e-ad21-40d4e477ec60</vt:lpwstr>
  </property>
  <property fmtid="{D5CDD505-2E9C-101B-9397-08002B2CF9AE}" pid="8" name="MSIP_Label_1bf03475-3b06-406e-a2a9-988bf08f8d11_ContentBits">
    <vt:lpwstr>1</vt:lpwstr>
  </property>
  <property fmtid="{D5CDD505-2E9C-101B-9397-08002B2CF9AE}" pid="9" name="MSIP_Label_1bf03475-3b06-406e-a2a9-988bf08f8d11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INTERNAL</vt:lpwstr>
  </property>
</Properties>
</file>