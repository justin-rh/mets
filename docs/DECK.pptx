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PROBLEM  · 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We rent a ticketing system we fight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ServiceNow costs ~$300k/year — and every workflow change is a consulting engagement on top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Agents spend their time ROUTING tickets, not fixing them: manual categorization, priority guessing, the Service Desk relay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Requesters get a form with 12 dropdowns and a black hole afterward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16213A"/>
                </a:solidFill>
              </a:rPr>
              <a:t>★  Over 3 years: ~$950k for software that still makes a human read every ticket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APPROACH  · 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Describe the problem. The system does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METS — built in one week, solo, with Claude Code. AI-native, not AI-bolted-on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16213A"/>
                </a:solidFill>
              </a:rPr>
              <a:t>★  One rule: AI does the toil, humans keep authority — every AI decision is confidence-gated, logged, one click to revert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Corrections become routing patterns: dragging a ticket to the right queue IS training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Seven AI workflows on one pipeline: triage (reads screenshots, writes subjects), deflection, outage detection, KB drafting, guided intake, NL search, draft replies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And the whole helpdesk toolkit: SLAs, approvals, escalations, RBAC, public API, ServiceNow import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DEMO HIGHLIGHTS  · 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Five moments from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Paste a screenshot, no category, no subject → routed at 97% confidence; the error code was read from the image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Four “Zoom is down” reports → one incident, company-wide banner, one status change closes them all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16213A"/>
                </a:solidFill>
              </a:rPr>
              <a:t>★  “VPN keeps dropping” → SOTO Bot sends the fix; requester replies “solved”; ticket closes with zero agent involvement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Databricks access → SOTO asks only what the ticket didn't answer, then routes straight to the Data Team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ServiceNow CSV import — history migrates, original INC numbers stay searchable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BUSINESS IMPACT  ·  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numbers are measured, not projected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16213A"/>
                </a:solidFill>
              </a:rPr>
              <a:t>★  ~$210k+/year saved vs the ServiceNow renewal (3-yr TCO: ~$90–320k vs ~$950k)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AI routing: 87% accuracy · 76% fully automatic — from the audited decision log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AI cost: ~2¢ to triage a ticket; ~$6/month at demo volume — scales linearly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Self-service deflection + bot first-responses = agent hours back on real work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No consultant tax: keywords, SLAs, approvals, VIPs, queues — all live admin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WHAT'S NEXT  · 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A 30-day pilot, then a CSV 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16213A"/>
                </a:solidFill>
              </a:rPr>
              <a:t>★  Pilot METS alongside ServiceNow for one queue, 30 days — judged on deflection rate and time-to-resolution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Two activations, not builds: Entra SSO and mailbox email are written and dormant — one app registration each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Migration day is a CSV upload: history, numbers, and requesters come along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Honest debt, documented: durable jobs, embedding scale, retention (PROPOSAL.md)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838"/>
                </a:solidFill>
              </a:rPr>
              <a:t>•  The learning loop compounds — every correction and KB article makes next month better than this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