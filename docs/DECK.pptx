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B12F1E-D5CD-1AAA-4244-BC792844542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581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PROBLEM  ·  1/5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We rent a ticketing system we fight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9290304" cy="2857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ServiceNow costs ~$300k/year — and every workflow change </a:t>
            </a:r>
            <a:r>
              <a:rPr lang="en-US" sz="1900" b="0" dirty="0">
                <a:solidFill>
                  <a:srgbClr val="222838"/>
                </a:solidFill>
              </a:rPr>
              <a:t>requires a lot of human effort</a:t>
            </a:r>
            <a:endParaRPr sz="1900" b="0" dirty="0">
              <a:solidFill>
                <a:srgbClr val="222838"/>
              </a:solidFill>
            </a:endParaRPr>
          </a:p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Agents spend their time ROUTING tickets, not fixing them: manual categorization, priority guessing, the Service Desk relay</a:t>
            </a:r>
            <a:r>
              <a:rPr lang="en-US" sz="1900" b="0" dirty="0">
                <a:solidFill>
                  <a:srgbClr val="222838"/>
                </a:solidFill>
              </a:rPr>
              <a:t> to other departments</a:t>
            </a:r>
            <a:endParaRPr sz="1900" b="0" dirty="0">
              <a:solidFill>
                <a:srgbClr val="222838"/>
              </a:solidFill>
            </a:endParaRPr>
          </a:p>
          <a:p>
            <a:pPr>
              <a:spcAft>
                <a:spcPts val="1400"/>
              </a:spcAft>
            </a:pPr>
            <a:r>
              <a:rPr sz="1900" b="0" dirty="0">
                <a:solidFill>
                  <a:srgbClr val="222838"/>
                </a:solidFill>
              </a:rPr>
              <a:t>•  Requesters get a form with 12 dropdowns and a black hole afterward</a:t>
            </a:r>
          </a:p>
          <a:p>
            <a:pPr>
              <a:spcAft>
                <a:spcPts val="1400"/>
              </a:spcAft>
            </a:pPr>
            <a:r>
              <a:rPr sz="1900" b="1" dirty="0">
                <a:solidFill>
                  <a:srgbClr val="16213A"/>
                </a:solidFill>
              </a:rPr>
              <a:t>★  Over 3 years: ~$950k for software that still makes a human read every ticket first</a:t>
            </a:r>
            <a:endParaRPr lang="en-US" sz="1900" b="1" dirty="0">
              <a:solidFill>
                <a:srgbClr val="16213A"/>
              </a:solidFill>
            </a:endParaRPr>
          </a:p>
          <a:p>
            <a:pPr>
              <a:spcAft>
                <a:spcPts val="1400"/>
              </a:spcAft>
            </a:pPr>
            <a:r>
              <a:rPr lang="en-US" sz="1900" b="1" dirty="0">
                <a:solidFill>
                  <a:srgbClr val="16213A"/>
                </a:solidFill>
              </a:rPr>
              <a:t>							From our ticket intake web portal - 52 different queues! -&gt;</a:t>
            </a:r>
            <a:endParaRPr sz="1900" b="1" dirty="0">
              <a:solidFill>
                <a:srgbClr val="16213A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D1F0C2-C604-73EE-A48A-E86206757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0703" y="0"/>
            <a:ext cx="197129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APPROACH  ·  2/5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Describe the problem. The system does the rest.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7333488" cy="4411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Built in one week, solo, with Claude Code — AI-native, not AI-bolted-on, plus the whole helpdesk toolkit: SLAs, approvals, escalations, RBAC, public API, ServiceNow import</a:t>
            </a:r>
          </a:p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6213A"/>
                </a:solidFill>
              </a:rPr>
              <a:t>★  Every ticket is read by AI as it lands: category, queue, priority in seconds — auto-applied above a confidence gate, held for a human below it, every decision logged and one click to revert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Corrections become routing patterns: dragging a ticket to the right queue IS training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Ten AI workflows on one pipeline: triage that reads screenshots and shows its work, deflection, outage detection, KB drafting, fix suggestions from past resolutions, guided intake, bilingual tickets, weekly briefing, NL search, draft replies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It spends like an engineer: rules route deterministic tickets for free (SOTO suggests them itself), a mid-tier model triages the routine, the big model steps in only under the gate — plus a one-click AI kill switch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E7074C-683B-0A3C-373E-E9E4102BC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68" y="2034540"/>
            <a:ext cx="4185138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DEMO HIGHLIGHTS  ·  3/5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Five moments — all of them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2534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6213A"/>
                </a:solidFill>
              </a:rPr>
              <a:t>★  Paste a screenshot — no category, no subject → SOTO shows its work signal by signal, routes with confidence meters, and writes the subject with the error code read from the image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Three “Zoom is down” reports → one suspected incident, company-wide banner, every requester told “you’re not alone”, one status change closes them all — and admins can Flag → Escalate any ticket instantly, no AI needed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💡 Suggest fix → SOTO proposes the resolution cited from the past tickets that fixed it — 665 resolutions embedded locally as searchable institutional memory, one click to insert into the reply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A ticket arrives in Spanish → the agent reads and replies in English; the requester gets it back in Spanish — nobody translates anything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✨ SOTO suggests → it notices ticket patterns it keeps routing the same way and proposes bypass rules to stop paying for its own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91A3886-BEFF-E66C-8391-D778156FC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360" y="4480395"/>
            <a:ext cx="9993120" cy="16480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BUSINESS IMPACT  ·  4/5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The numbers are measured, not projected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2272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6213A"/>
                </a:solidFill>
              </a:rPr>
              <a:t>★  ~$210k+/year saved vs the ServiceNow renewal (3-yr TCO: ~$90–320k vs ~$950k)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AI routing: 89% accuracy · 78% fully automatic — measured from the audited decision log, not projected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AI cost: ~1¢ for a typical ticket, $0 for rule-routed ones — tiered models (cheap first, big only under the confidence gate), prompt caching, and self-suggested bypass rules bend the curve down; every call metered per model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Self-service deflection + bot first-responses = agent hours back on real work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No consultant tax: keywords, SLAs, approvals, VIPs, queues, even SOTO’s company knowledge — all live admin settings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CFE255F-D9C4-1F1D-F488-639AEE877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541" y="4144175"/>
            <a:ext cx="5620534" cy="24577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CC499A-D2F7-6E77-1D16-F0272A436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174" y="4944004"/>
            <a:ext cx="5096586" cy="43821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08A1D"/>
                </a:solidFill>
              </a:rPr>
              <a:t>WHAT'S NEXT  ·  5/5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What’s next: more AI, less toil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33291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dirty="0">
                <a:solidFill>
                  <a:srgbClr val="16213A"/>
                </a:solidFill>
              </a:rPr>
              <a:t>★  Last round’s roadmap, shipped: similar-ticket grounding and AI-suggested fixes went live this weekend — you just saw them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On the roadmap now: asset tracking tied to tickets, problem management on top of the weekly briefing, a bilingual requester portal (ticket content already translates both ways)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No lock-in: the AI vendor is a plug-in behind one interface — a one-click kill switch drops to keyword rules and the helpdesk keeps running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Two activations, not builds: Entra SSO and mailbox email are written and dormant — one app registration each; migration day is a CSV upload (history, numbers, requesters come along)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Honest debt, documented (PROPOSAL.md) — and the learning loop compounds: every correction and KB article makes next month better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222838"/>
                </a:solidFill>
              </a:rPr>
              <a:t>•  Try it during judging: http://10.164.0.235/ — file a ticket, press ⚠️ Incident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47A"/>
                </a:solidFill>
              </a:rPr>
              <a:t>METS — Master Electronics Ticketing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815</Words>
  <Application>Microsoft Office PowerPoint</Application>
  <PresentationFormat>Widescreen</PresentationFormat>
  <Paragraphs>41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Justin Rhoda</cp:lastModifiedBy>
  <cp:revision>12</cp:revision>
  <dcterms:created xsi:type="dcterms:W3CDTF">2013-01-27T09:14:16Z</dcterms:created>
  <dcterms:modified xsi:type="dcterms:W3CDTF">2026-07-20T19:14:23Z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bf03475-3b06-406e-a2a9-988bf08f8d11_Enabled">
    <vt:lpwstr>true</vt:lpwstr>
  </property>
  <property fmtid="{D5CDD505-2E9C-101B-9397-08002B2CF9AE}" pid="3" name="MSIP_Label_1bf03475-3b06-406e-a2a9-988bf08f8d11_SetDate">
    <vt:lpwstr>2026-07-16T01:24:57Z</vt:lpwstr>
  </property>
  <property fmtid="{D5CDD505-2E9C-101B-9397-08002B2CF9AE}" pid="4" name="MSIP_Label_1bf03475-3b06-406e-a2a9-988bf08f8d11_Method">
    <vt:lpwstr>Standard</vt:lpwstr>
  </property>
  <property fmtid="{D5CDD505-2E9C-101B-9397-08002B2CF9AE}" pid="5" name="MSIP_Label_1bf03475-3b06-406e-a2a9-988bf08f8d11_Name">
    <vt:lpwstr>Internal</vt:lpwstr>
  </property>
  <property fmtid="{D5CDD505-2E9C-101B-9397-08002B2CF9AE}" pid="6" name="MSIP_Label_1bf03475-3b06-406e-a2a9-988bf08f8d11_SiteId">
    <vt:lpwstr>56f019d2-c7ea-4950-b0b2-f9cb651614bc</vt:lpwstr>
  </property>
  <property fmtid="{D5CDD505-2E9C-101B-9397-08002B2CF9AE}" pid="7" name="MSIP_Label_1bf03475-3b06-406e-a2a9-988bf08f8d11_ActionId">
    <vt:lpwstr>fa001749-94f8-4e5e-ad21-40d4e477ec60</vt:lpwstr>
  </property>
  <property fmtid="{D5CDD505-2E9C-101B-9397-08002B2CF9AE}" pid="8" name="MSIP_Label_1bf03475-3b06-406e-a2a9-988bf08f8d11_ContentBits">
    <vt:lpwstr>1</vt:lpwstr>
  </property>
  <property fmtid="{D5CDD505-2E9C-101B-9397-08002B2CF9AE}" pid="9" name="MSIP_Label_1bf03475-3b06-406e-a2a9-988bf08f8d11_Tag">
    <vt:lpwstr>10, 3, 0, 1</vt:lpwstr>
  </property>
  <property fmtid="{D5CDD505-2E9C-101B-9397-08002B2CF9AE}" pid="10" name="ClassificationContentMarkingHeaderLocations">
    <vt:lpwstr>Office Theme:8</vt:lpwstr>
  </property>
  <property fmtid="{D5CDD505-2E9C-101B-9397-08002B2CF9AE}" pid="11" name="ClassificationContentMarkingHeaderText">
    <vt:lpwstr>INTERNAL</vt:lpwstr>
  </property>
</Properties>
</file>